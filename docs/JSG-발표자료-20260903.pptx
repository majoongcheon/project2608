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미니프로젝트 3팀 · 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2B2724"/>
                </a:solidFill>
                <a:latin typeface="AppleGothic"/>
              </a:rPr>
              <a:t>돌봄의 무게를 읽다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43E"/>
                </a:solidFill>
                <a:latin typeface="AppleGothic"/>
              </a:rPr>
              <a:t>발달장애인 보호자 돌봄부담 경량 진단 + 지도 기반 복지서비스 연계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43E"/>
                </a:solidFill>
                <a:latin typeface="AppleGothic"/>
              </a:rPr>
              <a:t>2024 발달장애인 일과 삶 실태조사 3,000가구 · 7문항 · 다항 로지스틱 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Pioneer 3 팀   ·   2026-09-04   ·   https://p3.sumzip.com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팀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네 사람이 나눠 맡았습니다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544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0"/>
                <a:gridCol w="393192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팀원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주로 맡은 영역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이 발표에 들어간 결과물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조성기 (팀장)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명세 정제와 설계 문서 · 구현 골격 · 진단 모델 · 배포 · 지도 연동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서비스 배포 · 발표 구성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오현근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모델 검증 · 문항 선별 실험과 최종 문항 집합 확정 · 학습 라이브러리 정비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개선 실험 6건 · 실제 응답 602건 시험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신지현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서비스 디자인과 화면 설계 · 데이터 준비 및 모델 선정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데이터 준비 · 모델 11구성 비교 · 원본 507컬럼 군집화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최호준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실행 환경 설정 · 비교 실험 설계 · 피드백 문서 정리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앙상블 9구성 재측정 · 인코딩 6종 비교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83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역할을 엄밀히 나누기보다 각자 주로 맡을 영역을 정했고, 실제 작업은 서로 겹쳐서 진행했습니다.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같은 폴더를 네 사람이 함께 쓰기 때문에 작업 기록은 docs/작업기록/ 아래 각자 이름으로 남깁니다.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근거 — docs/JSG-프로젝트-계획서.md §14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전체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설문 원자료 507컬럼에서 7문항 웹 서비스까지</a:t>
            </a:r>
          </a:p>
        </p:txBody>
      </p:sp>
      <p:pic>
        <p:nvPicPr>
          <p:cNvPr id="4" name="Picture 3" descr="JSG-전체-파이프라인-아키텍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498" y="1234440"/>
            <a:ext cx="805824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각 칸의 윗줄은 하는 일, 아랫줄은 실제 객체 이름과 실측값 · 원본 그림 docs/JSG-전체-파이프라인-아키텍처.png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돌봄의 무게는 본인도 재기 어렵습니다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724"/>
                </a:solidFill>
                <a:latin typeface="AppleGothic"/>
              </a:rPr>
              <a:t>보호자는 자기 상태를 객관적으로 보기 어렵다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"다들 이 정도는 하고 산다"고 여기며 버티다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한계에 다다르는 경우가 많습니다.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50876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724"/>
                </a:solidFill>
                <a:latin typeface="AppleGothic"/>
              </a:rPr>
              <a:t>지원 제도는 본인이 찾아와 신청해야 작동한다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부담이 클수록 알아볼 여력이 없다는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역설이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B6834"/>
                </a:solidFill>
                <a:latin typeface="AppleGothic"/>
              </a:rPr>
              <a:t>그래서 세 가지를 합쳤습니다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3891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짧은 설문으로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판단 근거를 함께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즉시 연결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지금의 돌봄부담이 어느 수준인지 가늠할 근거를 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"왜 그렇게 봤는지"를 응답으로 되짚어 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부담이 크면 추가 조작 없이 가까운 접수처 3곳을 보여준다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분석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네 가지 중 우리가 한 것과 하지 않은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11064238" cy="301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82"/>
                <a:gridCol w="2878501"/>
                <a:gridCol w="1349297"/>
                <a:gridCol w="4497658"/>
              </a:tblGrid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분석 목적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핵심 질문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근거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Summary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무슨 현상이 나타나는가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3,000가구 분포 · 고부담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Relation Description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어떤 요인이 관련되는가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도움 필요 시간 r=+0.442 · 근로 의미 이해도 r=-0.429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Causal Explanation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왜 부담이 발생하는가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하지 않았다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1회 횡단면 조사로는 인과를 말할 수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Prediction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새 응답자는 어떤 결과일까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7문항 → 5구간 · 고부담 재현율 0.773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7548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D4A5F"/>
                </a:solidFill>
                <a:latin typeface="AppleGothic"/>
              </a:rPr>
              <a:t>관계가 있다고 해서 인과관계가 있는 것은 아닙니다.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7D4A5F"/>
                </a:solidFill>
                <a:latin typeface="AppleGothic"/>
              </a:rPr>
              <a:t>예측을 잘한다고 해서 원인을 설명하는 것도 아닙니다.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우리는 "왜 부담이 생기는가"에 답하지 않았습니다. 답한 것은 "지금 어떤 상태인가"와 "이 응답이면 부담이 클 가능성이 얼마인가"입니다.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데이터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표 한 장의 모양이 여덟 번 바뀝니다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40" cy="3931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577840"/>
                <a:gridCol w="2743200"/>
              </a:tblGrid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단계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무엇을 만졌나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모양 변화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① 현상 → 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개체 = 가구 한 곳, 속성 = 설문 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3,000행 × 507컬럼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② 변수 선별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분석 가능한 항목만 골라낸다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→ 3,000행 × 45컬럼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③ 정제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무응답 코드를 NULL 로 통일 · 행은 한 건도 안 버린다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→ 43컬럼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④ X / y 분리 · 누수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target(I13)을 떼고, 정답이 새는 6변수를 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→ X(38) + y(1)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⑤ 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target 비율을 보존해 나누고 DB 컬럼에 못 박는다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→ train 2,398 + test 602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⑥ 변환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결측 -1 센티널 후 원-핫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7문항 → 53열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⑦ 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후진 제거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38변수 → 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⑧ 기법 · 평가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다항 로지스틱 fit → 두 벡터 비교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macro F1 · 고부담 재현율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5778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기법은 이 사슬의 한 칸일 뿐이고, 나머지 일곱은 모두 데이터를 만지는 일입니다.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고부담은 예외가 아니라 기본값에 가깝습니다</a:t>
            </a:r>
          </a:p>
        </p:txBody>
      </p:sp>
      <p:pic>
        <p:nvPicPr>
          <p:cNvPr id="4" name="Picture 3" descr="V01-부담분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79" y="1371600"/>
            <a:ext cx="9671538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93192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AppleGothic"/>
              </a:rPr>
              <a:t>고부담(1~2등급)이 1,629가구, 절반을 넘습니다. 반대로 "부담 없음"은 77건뿐입니다.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척도 주의 — 숫자가 작을수록 부담이 큽니다. 서비스 화면에는 숫자를 쓰지 않고 표시 명칭으로만 보여줍니다.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5등급이 77건뿐이라 무작위로 나누면 test 에 5건이 갈 수도, 25건이 갈 수도 있습니다. 층화 분할이 필요했던 이유입니다.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전국 대표 표본 3,000가구 · 정제 후 설명변수 38개 · train 2,398 / test 602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Data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정답이 새는 변수 6개를 일부러 버렸습니다</a:t>
            </a:r>
          </a:p>
        </p:txBody>
      </p:sp>
      <p:pic>
        <p:nvPicPr>
          <p:cNvPr id="4" name="Picture 3" descr="V03-설명력순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708"/>
            <a:ext cx="6766560" cy="390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54480"/>
            <a:ext cx="4206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AppleGothic"/>
              </a:rPr>
              <a:t>버린 것 중 1위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724"/>
                </a:solidFill>
                <a:latin typeface="AppleGothic"/>
              </a:rPr>
              <a:t>보호자 삶 만족도 19.06%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남은 38개 중 최고(8.23%)의 2.3배입니다.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넣으면 성적은 오릅니다.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그런데 "보호자 만족도로 보호자 부담을 예측"하는 것은 동어반복입니다.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예측 대상(I13)과 같은 블록이거나 같은 것을 재는 변수를 전부 뺐습니다.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AppleGothic"/>
              </a:rPr>
              <a:t>성능을 포기하고 도구로서의 의미를 택했습니다.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분할이 변환보다 먼저입니다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층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무엇을 막나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우리 구현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①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target 과 같은 것을 재는 변수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누수 6변수를 입력에서 완전히 제외 (FR-004b)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② fold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검증 부분의 정보가 학습에 스며드는 것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원-핫 · 결측 대체 · 표준화 · 클래스 가중치를 fold 학습 부분에서만 계산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③ test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최종 평가의 오염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test 602건은 모든 결정이 끝난 뒤 단 한 번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566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B6834"/>
                </a:solidFill>
                <a:latin typeface="AppleGothic"/>
              </a:rPr>
              <a:t>우리도 한 번 빠졌다가 스스로 찾아냈습니다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11480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/>
                <a:gridCol w="7315199"/>
                <a:gridCol w="2560319"/>
              </a:tblGrid>
              <a:tr h="48768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어떻게 쟀나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잘못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클래스 가중치를 OOF 전체에서 고르고 같은 OOF 에서 채점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0.3383 (낙관)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옳음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fold 학습 부분 안쪽 3겹 교차검증에서만 고름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0.3348 (진짜)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낙관 편향의 크기가 모델마다 달라 모델 간 비교에 쓸 수 없었습니다 · docs/CHJ-앙상블비교-결과.md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Relation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무엇이 돌봄부담과 관련되는가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6949440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365760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변수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r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읽으면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도움 필요 시간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+0.442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도움이 많이 필요할수록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근로 의미 이해도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이해하지 못할수록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통상근로 가능 여부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-0.396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통상근로가 어려울수록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전반적 건강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+0.270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건강이 나쁠수록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가족 취업지지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+0.247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가족 지지가 낮을수록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일과 만족도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+0.241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당사자가 일과를 싫어할수록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554480"/>
            <a:ext cx="3931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스피어만 상관 · train 2,398건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|r| ≥ 0.20 인 변수가 38개 중 8개,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AppleGothic"/>
              </a:rPr>
              <a:t>|r| ≥ 0.10 이 18개입니다.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방향을 코드북과 대조했습니다.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배포 문항 4개의 선택지 문구를 직접 확인해 네 개 모두 상식과 같은 방향임을 확인했습니다.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라벨이 무작위로 붙었다면 나올 수 없는 결과입니다.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D4A5F"/>
                </a:solidFill>
                <a:latin typeface="AppleGothic"/>
              </a:rPr>
              <a:t>다만 관계가 발견되었다고 해서 그것이 원인이라고 말할 수는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정답을 가리고 나눠 봤더니 — 구조가 있었습니다</a:t>
            </a:r>
          </a:p>
        </p:txBody>
      </p:sp>
      <p:pic>
        <p:nvPicPr>
          <p:cNvPr id="4" name="Picture 3" descr="V19-군집별-고부담비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1875"/>
            <a:ext cx="6309360" cy="3451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AppleGothic"/>
              </a:rPr>
              <a:t>원본 507컬럼으로 다시 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설문 분기(skip logic)를 게이트 21개로 승격해 190변수로 정리하고, Gower 거리 + PAM 으로 군집화했습니다.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AppleGothic"/>
              </a:rPr>
              <a:t>판정은 널 베이스라인으로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열별 셔플로 "구조가 확실히 없는 데이터"를 20번 만들어 같은 파이프라인을 태웠습니다.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실측 실루엣 0.1179 · 널 평균 0.0043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p = 0.000 · 널 대비 27배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최적 k=3 이고, 세 덩어리가 부담과 단조 정렬됩니다.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앞선 실험은 같은 0.12 를 보고 "구조 없음"이라 했습니다. 0.25 기준은 저차원 연속 데이터용이고, 차이는 방법이 아니라 비교 대상을 만든 것입니다 · docs/SJH-군집화-원본데이터.md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구조는 있지만, 천장을 올려 주지는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110642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39"/>
                <a:gridCol w="2743199"/>
                <a:gridCol w="2011680"/>
                <a:gridCol w="1645919"/>
                <a:gridCol w="1371599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판정 방법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입력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고부담 여부 정확도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고부담 재현율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5구간 정확도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군집만으로 (다수결 배정)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190변수 (원본 507컬럼)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68.97 %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0.8127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44.37 %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배포본 7문항 로지스틱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69.4 %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0.7844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46.3 %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703320"/>
            <a:ext cx="5394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숫자를 읽을 때 주의할 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군집 쪽은 교차검증을 하지 않은 재대입 값입니다. 군집도 배정도 같은 2,398건을 보고 정했습니다.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즉 군집에 유리하게 기울어진 비교인데도 배포본과 같은 자리입니다.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3703320"/>
            <a:ext cx="5394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그리고 대체재가 아닙니다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새 응답자를 군집에 배정하려면 507컬럼 설문에서 뽑은 190변수가 필요합니다.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서비스는 7문항을 묻습니다.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구조는 있습니다. 다만 돌봄부담을 5구간으로 가를 만큼은 아닙니다.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Model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이길 수 있는 구성이 있는지 먼저 확인했습니다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2377439"/>
                <a:gridCol w="2103119"/>
                <a:gridCol w="347471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비교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규모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결과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함의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단일 7종 + 앙상블 4종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11구성 × 2문항셋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로지스틱이 1등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문항 수와 무관하게 결론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반복 CV + 부트스트랩 재측정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9구성 · 2,000회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이긴 구성 0개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차이가 잡음과 같은 크기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인코딩 6종 (순서형 처리)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설계행렬 변경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1종만 통과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검증 절차만 남기고 배포본은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520440"/>
            <a:ext cx="5394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기준선이 스스로 흔들리는 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반복별 macro F1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0.3388 · 0.3366 · 0.3388 · 0.3276 · 0.3320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표준편차 0.0049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쫓던 차이(0.006~0.014)가 기준선 자신이 분할만 바꿔도 흔들리는 폭과 같았습니다.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3520440"/>
            <a:ext cx="5394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단순한 쪽이 이긴 이유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3,000건에 5클래스, 그중 5등급은 61건뿐입니다. 상호작용을 배우기엔 표본이 얇아 단순한 모델이 과적합을 덜 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B6834"/>
                </a:solidFill>
                <a:latin typeface="AppleGothic"/>
              </a:rPr>
              <a:t>부수 효과가 컸습니다 — 기여 요인이 근사가 아니라 정확히 분해됩니다.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문항 수를 먼저 정하지 않았습니다</a:t>
            </a:r>
          </a:p>
        </p:txBody>
      </p:sp>
      <p:pic>
        <p:nvPicPr>
          <p:cNvPr id="4" name="Picture 3" descr="V07-문항수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8" y="1280160"/>
            <a:ext cx="5619403" cy="2377440"/>
          </a:xfrm>
          <a:prstGeom prst="rect">
            <a:avLst/>
          </a:prstGeom>
        </p:spPr>
      </p:pic>
      <p:pic>
        <p:nvPicPr>
          <p:cNvPr id="5" name="Picture 4" descr="V08-문항수-재현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8" y="3749039"/>
            <a:ext cx="5619403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303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AppleGothic"/>
              </a:rPr>
              <a:t>후진 제거 (backward elimination)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38개 전체로 기준 모델을 만들고, 덜 기여하는 변수를 하나씩 빼면서 5-fold 로 다시 잽니다.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AppleGothic"/>
              </a:rPr>
              <a:t>멈추는 조건을 먼저 정했습니다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F1 손실 ≤ 0.03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재현율 손실 ≤ 0.05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재현율 ≥ 0.70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단독 설명력 순위로 자르지 않았습니다 — 변수 간 중복을 반영하지 못하기 때문입니다.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성능 손실 허용치를 먼저 정하고 문항 수를 결과로 얻었습니다.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계획서의 "핵심 30문항"이 7문항이 된 경위입니다 · 하한 0.70 은 한 번도 깨지 않았습니다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Feature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채택된 7문항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71600"/>
          <a:ext cx="110642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"/>
                <a:gridCol w="1097279"/>
                <a:gridCol w="7589520"/>
                <a:gridCol w="1828799"/>
              </a:tblGrid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원 문항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질문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단독 설명력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G6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하루 중 어느 정도의 도움이 필요한가요?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8.23%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"일을 한다"는 것의 의미를 어느 정도 이해하나요?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7.98%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F5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당사자의 취업에 대해 가족들이 어느 정도 지지하고 있나요?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3.94%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G8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당사자는 요즘 하루하루의 일과를 어떻게 느끼고 있나요?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3.51%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I4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가구의 생계를 주로 책임지는 분은 누구인가요?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1.67%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A1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응답하시는 분은 당사자와 어떤 관계인가요?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1.18%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E4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마지막 일자리를 그만둔 가장 큰 이유는?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1.15%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377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단독 1·2위는 살아남았지만 3위(통상근로 가능 여부)는 탈락했습니다.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F1(근로 의미 이해도)과 정보가 겹쳤기 때문입니다 — 후진 제거가 중복을 걸러낸 결과입니다.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31개를 버렸는데 오류 구조가 그대로입니다</a:t>
            </a:r>
          </a:p>
        </p:txBody>
      </p:sp>
      <p:pic>
        <p:nvPicPr>
          <p:cNvPr id="4" name="Picture 3" descr="V09-혼동행렬2x2-38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223"/>
            <a:ext cx="3383280" cy="3109234"/>
          </a:xfrm>
          <a:prstGeom prst="rect">
            <a:avLst/>
          </a:prstGeom>
        </p:spPr>
      </p:pic>
      <p:pic>
        <p:nvPicPr>
          <p:cNvPr id="5" name="Picture 4" descr="V09-혼동행렬2x2-7문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7223"/>
            <a:ext cx="3383280" cy="3109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840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왼쪽 38문항 · 오른쪽 7문항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재현율은 오히려 올랐습니다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EB6834"/>
                </a:solidFill>
                <a:latin typeface="AppleGothic"/>
              </a:rPr>
              <a:t>0.764 → 0.784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선정 기준은 정지 조건이지만, 그 조건이 옳았음을 보여주는 것은 혼동행렬입니다.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그런데 2×2 로만 보면 6문항도 멀쩡해 보입니다 — 재현율 0.785 로 더 높습니다.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교차검증 2,398건 기준 · 셀 안은 건수와 행 기준 비율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왜 6에서 멈추지 않고 7을 골랐나</a:t>
            </a:r>
          </a:p>
        </p:txBody>
      </p:sp>
      <p:pic>
        <p:nvPicPr>
          <p:cNvPr id="4" name="Picture 3" descr="V12-혼동행렬5x5-7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4495"/>
            <a:ext cx="4114800" cy="3600450"/>
          </a:xfrm>
          <a:prstGeom prst="rect">
            <a:avLst/>
          </a:prstGeom>
        </p:spPr>
      </p:pic>
      <p:pic>
        <p:nvPicPr>
          <p:cNvPr id="5" name="Picture 4" descr="V12-혼동행렬5x5-6문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74495"/>
            <a:ext cx="411480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645920"/>
            <a:ext cx="2651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왼쪽 7문항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176"/>
                </a:solidFill>
                <a:latin typeface="AppleGothic"/>
              </a:rPr>
              <a:t>오른쪽 6문항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최고부담군 재현율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0.183 → 0.054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예측 건수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147건 → 44건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A443E"/>
                </a:solidFill>
                <a:latin typeface="AppleGothic"/>
              </a:rPr>
              <a:t>전체 정확도는 거의 같은데, 가장 도움이 절실한 구간을 가려내는 능력만 사라집니다.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2×2 로는 같아 보이지만 5구간으로 보면 다릅니다 · 교차검증 2,398건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되돌린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문항을 14개로 늘려 봤다가 되돌렸습니다</a:t>
            </a:r>
          </a:p>
        </p:txBody>
      </p:sp>
      <p:pic>
        <p:nvPicPr>
          <p:cNvPr id="4" name="Picture 3" descr="V14-7vs14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7062"/>
            <a:ext cx="2651760" cy="2243796"/>
          </a:xfrm>
          <a:prstGeom prst="rect">
            <a:avLst/>
          </a:prstGeom>
        </p:spPr>
      </p:pic>
      <p:pic>
        <p:nvPicPr>
          <p:cNvPr id="5" name="Picture 4" descr="V15-7vs14-재현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87062"/>
            <a:ext cx="2651760" cy="2243796"/>
          </a:xfrm>
          <a:prstGeom prst="rect">
            <a:avLst/>
          </a:prstGeom>
        </p:spPr>
      </p:pic>
      <p:pic>
        <p:nvPicPr>
          <p:cNvPr id="6" name="Picture 5" descr="V16-7vs14-판정불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87062"/>
            <a:ext cx="2651760" cy="2243796"/>
          </a:xfrm>
          <a:prstGeom prst="rect">
            <a:avLst/>
          </a:prstGeom>
        </p:spPr>
      </p:pic>
      <p:pic>
        <p:nvPicPr>
          <p:cNvPr id="7" name="Picture 6" descr="V17-7vs14-열수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987062"/>
            <a:ext cx="2651760" cy="2243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93776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7문항으로 "고부담군입니다"라고 하면 신뢰하기 어렵다는 판단에서 출발했습니다.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원인은 나이 변수였습니다. 보호자 나이는 한 살 단위 78개 범주라 "57세"는 학습 데이터의 1.3%뿐이고, 희소한 조합으로 분류되어 판정 불가가 됩니다.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응답 부담은 늘리고, 결과를 못 받는 사람도 늘렸으며, 정확도는 얻지 못했습니다 → 7문항 복귀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무엇을 할 수 있고 무엇을 못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할 수 있는 것 — 고부담 여부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지표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고부담 재현율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0.7730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고부담 정밀도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0.695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이진 정확도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0.696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고부담을 "부담 없음"으로 오판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724"/>
                </a:solidFill>
                <a:latin typeface="AppleGothic"/>
              </a:rPr>
              <a:t>못 하는 것 — 5구간 정밀 판정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지표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5구간 정확도 (판정된 587건 기준)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48.7 %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0.3416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"부담 없음" 16건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한 건도 못 맞힘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한 칸 빗나감 / 두 칸 이상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41.4% / 9.9%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977639"/>
            <a:ext cx="11064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고부담인 사람을 "부담 없음"으로 판정한 경우는 test 602건 중 0건입니다.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설계로 만든 결과입니다 — 판정 시 1·2단계 확률에 1.1배를 곱합니다. 이 값은 사람이 고른 것이 아니라 "재현율 0.73 이상 중 macro F1 최대" 규칙이 자동으로 찾았습니다.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평가 함정 하나 — 스태킹은 5구간 정확도만 0.4754 로 가장 높지만 고부담 재현율은 더 낮습니다. 정확도로 골랐다면 잘못 골랐을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AppleGothic"/>
              </a:rPr>
              <a:t>test 602건은 모든 결정이 끝난 뒤 단 한 번만 사용했습니다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핵심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모르는 것을 모른다고 말합니다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두 개의 문턱을 함께 봅니다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46304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조건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문턱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걸리면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확신도 (최대 확률)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0.32392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확신 부족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희소성 (응답 조합의 흔함)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-2.43427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드문 응답 조합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20040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둘 중 하나만 걸려도 판정하지 않습니다. test 602건 중 15건(2.49%)이 여기 해당합니다.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B6834"/>
                </a:solidFill>
                <a:latin typeface="AppleGothic"/>
              </a:rPr>
              <a:t>판정하지 않아도 기관 안내는 나갑니다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판정 불가 15명의 실제 부담은 최고 4 · 고 4 · 중간 4 · 저 2 · 없음 1 로 골고루 흩어져 있습니다.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그중 여덟 명이 실제 고부담이었습니다.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그래서 판정을 보류해도 접수처 3곳은 그대로 안내합니다.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4340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문턱이 임의의 값이 아닌 근거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75488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확신도 구간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건수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724"/>
                          </a:solidFill>
                          <a:latin typeface="AppleGothic"/>
                        </a:rPr>
                        <a:t>정확도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0.3~0.4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80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43.8 %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0.5~0.6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191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52.9 %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724"/>
                          </a:solidFill>
                          <a:latin typeface="AppleGothic"/>
                        </a:rPr>
                        <a:t>0.7 이상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A443E"/>
                          </a:solidFill>
                          <a:latin typeface="AppleGothic"/>
                        </a:rPr>
                        <a:t>66.7 %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343400"/>
            <a:ext cx="5394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희소성 조건이 실제로 하는 일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무작위로 만든 응답 300건 → 63.0% 가 판정 불가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실제 조사 응답 300건 → 2.0% 가 판정 불가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ppleGothic"/>
              </a:rPr>
              <a:t>정확도 48%인 모델을 서비스로 쓸 수 있게 만든 것이 이 장치입니다.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판정은 한 곳에서만 합니다</a:t>
            </a:r>
          </a:p>
        </p:txBody>
      </p:sp>
      <p:pic>
        <p:nvPicPr>
          <p:cNvPr id="4" name="Picture 3" descr="V18-시스템구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7397"/>
            <a:ext cx="7223759" cy="34575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554480"/>
            <a:ext cx="3840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AppleGothic"/>
              </a:rPr>
              <a:t>백엔드에는 확률 계산 코드가 없습니다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폴백 경로를 제거해 "두 경로가 서로 다른 답을 내는" 실패 양식을 구조적으로 없앴습니다.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추론 서비스는 포트를 열지 않습니다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팀에 배정된 포트가 둘뿐이라 유닉스 소켓으로 통신합니다. 외부에서 닿을 수 없습니다.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기동할 때 대조합니다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문항 집합이나 sklearn 버전이 어긋나면 백엔드가 아예 뜨지 않습니다. 조용히 틀린 판정이 나가는 것보다 낫다는 판단입니다.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현재 구현된 서비스</a:t>
            </a:r>
          </a:p>
        </p:txBody>
      </p:sp>
      <p:pic>
        <p:nvPicPr>
          <p:cNvPr id="4" name="Picture 3" descr="화면-현재서비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6" y="1280160"/>
            <a:ext cx="635686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554480"/>
            <a:ext cx="4206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조사가 아니라 편지입니다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돌봄부담을 묻는 일은 조사가 아니라 말을 건네는 일이라는 관점에서 화면을 짰습니다.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색을 바꾸기 전에 수치로 검증했습니다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노을 4색 · 대비 3.30:1(면) · 5.15:1(글자) · 색각이상 분리도 ΔE 10.5~26.2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부담 5단계는 명도가 단조 증가해 색을 못 봐도 순서가 읽힙니다.</a:t>
            </a:r>
          </a:p>
          <a:p>
            <a:pPr algn="l">
              <a:spcAft>
                <a:spcPts val="600"/>
              </a:spcAft>
            </a:pPr>
            <a:r>
              <a:rPr sz="700" b="0">
                <a:solidFill>
                  <a:srgbClr val="4A443E"/>
                </a:solidFill>
                <a:latin typeface="AppleGothi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724"/>
                </a:solidFill>
                <a:latin typeface="AppleGothic"/>
              </a:rPr>
              <a:t>로그인 없음 · 별명만 · 약 2분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43E"/>
                </a:solidFill>
                <a:latin typeface="AppleGothic"/>
              </a:rPr>
              <a:t>부담이 큰 사람이 끝까지 갈 수 있는 분량이어야 의미가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연계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기관 데이터에 실제로 존재하는 두 제도만 안내합니다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9" cy="128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241"/>
                <a:gridCol w="2568484"/>
                <a:gridCol w="1975757"/>
                <a:gridCol w="1975757"/>
              </a:tblGrid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제도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대상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기관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시군구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발달장애인 주간활동서비스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만 18~64세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724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217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청소년 방과후활동서비스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만 6~17세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553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196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2971800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724"/>
                </a:solidFill>
                <a:latin typeface="AppleGothic"/>
              </a:rPr>
              <a:t>전국 229개 시군구 중 221개 확보 (96.5%)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미확보 8개는 "정보 준비 중 + 광역 문의처"로 안내합니다.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971800"/>
            <a:ext cx="5394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D4A5F"/>
                </a:solidFill>
                <a:latin typeface="AppleGothic"/>
              </a:rPr>
              <a:t>제도의 틈 — 만 65세 이상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장애인 서비스에서는 나이가 많고, 노인 서비스에서는 발달장애 특성이 고려되지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AppleGothic"/>
              </a:rPr>
              <a:t>그래서 나이로 갈라 안내합니다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만 6~17세 → 청소년 방과후활동 · 그 외 → 주간활동 · 해당 없음 → 노인장기요양·발달재활서비스 안내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연령은 서비스 유형을 고르는 데만 쓰고 보관하지 않습니다. 학습 데이터에 당사자의 현재 연령이 없어 모델 입력도 아닙니다.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개인정보를 받지 않는 설계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원칙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724"/>
                          </a:solidFill>
                          <a:latin typeface="AppleGothic"/>
                        </a:rPr>
                        <a:t>구현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로그인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계정 개념 자체가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이름·연락처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별명만 받고 서버로 보내지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IP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중복 판별용 해시만 만들고 원본은 버린다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위치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기관 찾기에만 쓰고 저장하지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724"/>
                          </a:solidFill>
                          <a:latin typeface="AppleGothic"/>
                        </a:rPr>
                        <a:t>학습 이용은 동의제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A443E"/>
                          </a:solidFill>
                          <a:latin typeface="AppleGothic"/>
                        </a:rPr>
                        <a:t>거부해도 진단·연계는 똑같이 제공한다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11480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저장 금지 항목은 문서에 적는 대신 컬럼 자체를 만들지 않았습니다.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참조 집단 비교도 표본 30건 미만 셀은 DB 제약(CHECK n &gt;= 30)으로 적재를 막았습니다.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돌봄부담은 가족의 건강·장애·경제 상황이 얽힌 민감정보입니다.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정직하게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남기는 한계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67512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한계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대응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5구간 정확도 48%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등급이 아니라 "고부담 여부"로 읽도록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설명변수가 5구간을 가를 정보를 못 담음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실험 여섯 개로 확인 — |t| ≥ 2.776 을 넘긴 것이 하나도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데이터를 더 모으면 나아지는가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학습곡선이 평평하다 — 5배 늘리는 동안 2.5%p, 마지막 구간은 +0.7%p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최상위 설명변수를 일부러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성능보다 도구의 의미를 택한 결정. 되돌리지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자발적 이용자는 전국 대표 표본이 아님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학습 데이터를 대체하지 않고 보완으로만 사용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8개 시군구 데이터 미확보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"준비 중 + 광역 문의처"로 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인과 설명을 하지 않았다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1회 횡단면 조사의 한계 · 종단 조사가 필요하다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4632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176"/>
                </a:solidFill>
                <a:latin typeface="AppleGothic"/>
              </a:rPr>
              <a:t>실루엣 계수는 "잘 뭉쳤는가"를 잴 뿐 "의미 있게 나뉘었는가"는 재지 못합니다.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176"/>
                </a:solidFill>
                <a:latin typeface="AppleGothic"/>
              </a:rPr>
              <a:t>군집 프로파일은 발견된 유형이지 검증된 유형이 아닙니다. 교차검증한 정확도는 아직 재지 않았습니다.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EB6834"/>
                </a:solidFill>
                <a:latin typeface="AppleGothic"/>
              </a:rPr>
              <a:t>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같은 답이 다시 나오는가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8" cy="2560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669279"/>
                <a:gridCol w="3383279"/>
              </a:tblGrid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항목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무엇을 고정했나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어긋나면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난수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SEED = 20260901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같은 데이터에서 다른 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split · cv_fold 를 DB 컬럼에 물리 저장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이전 실험과 비교 불가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행 순서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row_key = 행 내용 MD5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분할이 재현되지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라이브러리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기동 시 sklearn 버전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백엔드가 뜨지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문항 집합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기동 시 백엔드 ↔ 추론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백엔드가 뜨지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전처리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전처리와 모델을 한 릴리스로 묶어 promote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배포처 재현 불일치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29768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B6834"/>
                </a:solidFill>
                <a:latin typeface="AppleGothic"/>
              </a:rPr>
              <a:t>"고쳤다"와 "그 코드가 돌고 있다"는 다른 말입니다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추론 서비스를 중지하면 판정이 나오지 않고, 되살리면 다시 나옵니다. 파이썬이 읽는 릴리스 파일만 바꾸자 공개 사이트의 답이 바뀌었고, 되돌리자 복귀했습니다.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4A443E"/>
                </a:solidFill>
                <a:latin typeface="AppleGothic"/>
              </a:rPr>
              <a:t>데이터로 시작해 데이터로 답합니다. 그 답이 유용할 때 의사결정 대안이 되고, 반복될 때 시스템 모듈이 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03504"/>
            <a:ext cx="11155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B2724"/>
                </a:solidFill>
                <a:latin typeface="AppleGothic"/>
              </a:rPr>
              <a:t>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784079"/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B2724"/>
                          </a:solidFill>
                          <a:latin typeface="AppleGothic"/>
                        </a:rPr>
                        <a:t>내용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데이터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원본 507컬럼 → 45 → 38변수. 전국 3,000가구, 고부담이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정답이 새는 6변수를 성능을 포기하고 배제. 손실 허용치를 먼저 정해 7문항을 결과로 얻음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군집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원본 507컬럼으로 다시 하니 구조가 있었다(널 대비 27배). 다만 천장을 올려 주지는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11구성 + 앙상블 9구성 비교. 이긴 구성이 없어 다항 로지스틱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성능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5구간은 못 맞히지만 고부담 여부는 재현율 0.773. 고부담→"부담없음" 오판 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모르면 판정하지 않는다. 그래도 기관 안내는 나간다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연계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주간활동 724곳 · 방과후 553곳. 229개 중 221개 커버. 65세 이상도 배제하지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724"/>
                          </a:solidFill>
                          <a:latin typeface="AppleGothic"/>
                        </a:rPr>
                        <a:t>의미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4A443E"/>
                          </a:solidFill>
                          <a:latin typeface="AppleGothic"/>
                        </a:rPr>
                        <a:t>등급을 매기는 도구가 아니라, 자기 상태를 가늠하고 제도로 가는 최단 경로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B6834"/>
                </a:solidFill>
                <a:latin typeface="AppleGothic"/>
              </a:rPr>
              <a:t>정확한 진단이 아니라 "말 걸기"입니다.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